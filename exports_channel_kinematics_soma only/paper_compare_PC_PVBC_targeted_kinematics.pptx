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16" Target="slides/slide11.xml" Type="http://schemas.openxmlformats.org/officeDocument/2006/relationships/slide"/>
  <Relationship Id="rId17" Target="slides/slide12.xml" Type="http://schemas.openxmlformats.org/officeDocument/2006/relationships/slide"/>
  <Relationship Id="rId18" Target="slides/slide13.xml" Type="http://schemas.openxmlformats.org/officeDocument/2006/relationships/slide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15a8022-b730-4b94-8b20-8ed85b5f411a.png" Type="http://schemas.openxmlformats.org/officeDocument/2006/relationships/image"/>
</Relationships>

</file>

<file path=ppt/slides/_rels/slide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60bcb1a6-cf85-4dcf-a20b-2ed93999fd73.png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e5e13a78-3514-40fb-af38-fd88f6fc8ae4.png" Type="http://schemas.openxmlformats.org/officeDocument/2006/relationships/image"/>
</Relationships>

</file>

<file path=ppt/slides/_rels/slide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13a36284-71b4-4fc2-8abe-f8911ee93ee2.png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aee659be-dfc9-4e71-98be-d2745a808228.png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a7dc5b6-0a22-469e-9180-727fad9a304b.png" Type="http://schemas.openxmlformats.org/officeDocument/2006/relationships/image"/>
</Relationships>

</file>

<file path=ppt/slides/_rels/slide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ebafa658-ba4f-4449-804a-66e72dde6c7e.png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f3be6092-56af-4520-8bc9-f3a8bd8ad8dd.png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b8bf130f-7d4a-4d73-9f1d-e425d0bea574.png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977a297a-5fa5-473b-8681-74bd54e202d8.png" Type="http://schemas.openxmlformats.org/officeDocument/2006/relationships/image"/>
</Relationships>

</file>

<file path=ppt/slides/_rels/slide1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95dd15f-a896-4c0e-8e01-f15378fca24c.png" Type="http://schemas.openxmlformats.org/officeDocument/2006/relationships/image"/>
</Relationships>

</file>

<file path=ppt/slides/_rels/slide1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0e092216-2dc1-4155-9337-365cd217d3a4.png" Type="http://schemas.openxmlformats.org/officeDocument/2006/relationships/image"/>
</Relationships>

</file>

<file path=ppt/slides/_rels/slide1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b279a90f-fecd-41b7-ae46-c6cdd0198e9a.png" Type="http://schemas.openxmlformats.org/officeDocument/2006/relationships/image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PC Na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534" y="1825625"/>
            <a:ext cx="7326931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PC KDR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224" y="1825625"/>
            <a:ext cx="7007551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PVBC Na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597" y="1825625"/>
            <a:ext cx="7324804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PVBC KDR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224" y="1825625"/>
            <a:ext cx="7007551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PC A-type K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224" y="1825625"/>
            <a:ext cx="7007551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PVBC A-type K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224" y="1825625"/>
            <a:ext cx="7007551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BlueBrain PC M-type K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893" y="1825625"/>
            <a:ext cx="7026213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BlueBrain PC T-type Ca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717" y="1825625"/>
            <a:ext cx="7012564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BlueBrain PVBC KDB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893" y="1825625"/>
            <a:ext cx="7026213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BlueBrain PVBC M-type K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893" y="1825625"/>
            <a:ext cx="7026213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BlueBrain PVBC HCN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224" y="1825625"/>
            <a:ext cx="7007551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BlueBrain PVBC T-type Ca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717" y="1825625"/>
            <a:ext cx="7012564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Calcium-dependent channels (cai sweeps only)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41101"/>
            <a:ext cx="10515600" cy="3120384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