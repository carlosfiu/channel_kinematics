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26" Target="slides/slide21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2badf2e-dafa-4078-bcf5-0592c1384ca6.png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a9a3ab4-02b8-4d53-bf89-fd939baecf6d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f8fa0e7-9330-4941-8119-0bb7f416f478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c2fe953-d74c-4264-9644-760ac1cc8701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2ab9161-ad88-47c5-84a1-8e506d2edb83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56f13e2-d402-4a64-b525-1487a778d5fb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cbefa72-ae42-49d4-92c9-ee1667100735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92b4a6-5dbb-46b5-8d55-816a368b2128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7ddbe60-0aaf-48ba-86d1-fecb81d3f793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e3c487d-908a-4d72-90d6-01df944189ea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1284a84-e27e-4094-95a7-c637fe5866c4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94f6229-591c-49d7-a407-03df115785b0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2da657b-5309-4345-8a6d-19ba9b1632ce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3fbb1ef-f153-443a-9774-7d97618c2b12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0e5a511-f571-4e91-93d9-9e441575e991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55604d9-a89d-44d7-a3f5-57717d7e743b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17e207c-5744-422a-8d9f-f3fcaa67e14a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a005128-a7bc-4451-848f-49fde956f0ae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e43bebf-de6c-4990-9f56-304a1fd36343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8ddf8a4-242b-48c2-a9f4-ba167019b66c.png" Type="http://schemas.openxmlformats.org/officeDocument/2006/relationships/image"/>
</Relationships>

</file>

<file path=ppt/slides/_rels/slide2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14e1893-f765-4b41-b6e7-4b74f8fe69b0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kdr (delayed rectifier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cal (L-type Ca)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can (N-type Ca)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cat (T-type Ca)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kca (Ca-dependent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cagk (Ca-activated K BK-like)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kap (A-type K proximal)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nax (Na fast)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PC: kmb (M-type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na3 (Na fast + slow inact)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kdrb (delayed rectifier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kap (A-type K proximal)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kdb (D-type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kmb (M-type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hd (Ih / HCN-like)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cal (L-type Ca)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can (N-type Ca)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cat (T-type Ca)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kca (Ca-dependent K)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cagk (Ca-activated K BK-like)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PVBC: kad (A-type K distal)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650" y="1825625"/>
            <a:ext cx="742669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