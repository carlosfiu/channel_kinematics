
<file path=[Content_Types].xml><?xml version="1.0" encoding="utf-8"?>
<Types xmlns="http://schemas.openxmlformats.org/package/2006/content-types">
  <Default ContentType="image/x-emf" Extension="emf"/>
  <Default ContentType="image/jpeg" Extension="jpe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db61ccc-20f2-401e-8cac-c32918764069.emf" Type="http://schemas.openxmlformats.org/officeDocument/2006/relationships/image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4a8211e1-4511-44b7-8894-afc1ca768f8e.emf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e3153f3-171f-439f-897f-0bc1c3315773.emf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31847aab-2cd9-44f5-9e7f-4b2f57c19f62.emf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9b83c293-e833-483c-a43b-a6c4873b0d2a.emf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3a77558-d7fb-4d20-a4a2-228b3f055c09.emf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0e37c2e-431d-4889-9d55-5e25db98624a.emf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Na [PVBC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KDR [PVBC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A-type K [PVBC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HCN [PVBC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T-type Ca [PVBC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Calcium-dependent channels (cai vs probability) [PVBC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3302"/>
            <a:ext cx="10515600" cy="3675982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21 - Complete targeted channel set [PVBC dend]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671" y="1825625"/>
            <a:ext cx="6996656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Figure 4 Caption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Supplementary Figure 4. Complete channel-kinematics comparison for PVBC dend.
Composite comparison of model-derived CA1 channel kinetics for the selected compartment set. A. Lettered panels (A., B., C., ...) each correspond to one channel family and report gate steady-state variables (x_inf), complementary closing variables (1-x_inf), time constants (tau), and channel opening probability (P_open) across membrane voltage. Panel headers indicate the channel identity and which models are included (Canakci, BlueBrain, Bezaire, where available).
B. Calcium-dependent channels are summarized separately as calcium concentration versus opening probability (cai vs P_open), aligned to the same compartment set. Residual-based BlueBrain-versus-other similarity rankings for matched compartments are provided in the associated supplementary residual tables.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