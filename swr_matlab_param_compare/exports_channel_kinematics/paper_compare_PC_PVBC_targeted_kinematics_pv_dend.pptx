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a194b82-ceb2-43d0-91d2-bd7122758858.emf" Type="http://schemas.openxmlformats.org/officeDocument/2006/relationships/image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9acf6f9-6192-40ba-99dc-cbde24c3cebb.emf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f109441-5187-462e-8ecc-bb841edab22d.emf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87892e2-7c99-47dd-b2d9-13062ca2758b.emf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56eaf58-1c20-4640-a0d5-4bd2a7620c08.emf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7bcfd06-be22-4530-87c1-b43e51bf2253.emf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6ce9b30-77e2-4e6f-80e1-d888c62943a3.emf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fa338aa-b515-4415-9764-2c3850a5447e.emf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a1b5fe3-7ff4-4025-b123-71f8a6c9f66c.emf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similar channels [PVBC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372" y="1825625"/>
            <a:ext cx="904525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21 - Complete targeted channel set (moderately different/different) [PVBC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671" y="1825625"/>
            <a:ext cx="699665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Figure 4 Caption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Supplementary Figure 4. Complete channel-kinematics comparison for PVBC dend ().
Composite comparison of model-derived CA1 channel kinetics for the selected compartment set, after aligning all voltage-dependent curves to a shared resting membrane potential of -70 mV. Lettered panels (A., B., C., ...) each correspond to one channel family and report channel opening probability (P_open) and gate time constants (tau) across membrane voltage. Panel headers indicate the channel identity and which models are included (Canakci, BlueBrain, Bezaire, where available). Calcium-dependent channels, when present, are summarized separately as intracellular calcium concentration versus opening probability (cai vs P_open). This figure emphasizes all included channels. Residual-based BlueBrain-versus-other similarity rankings for matched compartments are based on both opening-probability and tau residuals and are provided in the associated supplementary residual tables.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Calcium-dependent channels (cai vs probability) [PVBC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63302"/>
            <a:ext cx="10515600" cy="3675982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PVBC Na [PVBC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PVBC KDR [PVBC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PVBC A-type K [PVBC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BlueBrain PVBC HCN [PVBC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BlueBrain PVBC T-type Ca [PVBC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Traub INT high-threshold Ca [PVBC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