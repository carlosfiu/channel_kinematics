
<file path=[Content_Types].xml><?xml version="1.0" encoding="utf-8"?>
<Types xmlns="http://schemas.openxmlformats.org/package/2006/content-types">
  <Default ContentType="image/x-emf" Extension="emf"/>
  <Default ContentType="image/jpeg" Extension="jpe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68dab309-cd5c-48fa-9ef4-3fec69abe872.emf" Type="http://schemas.openxmlformats.org/officeDocument/2006/relationships/image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fa3bfadb-6817-42eb-bc42-dc07eb4a7fc0.emf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8885897d-be15-40bf-8ec0-7e69fbd16d23.emf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a69bb7d2-e8c5-49ee-b82c-7a57b49c4076.emf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9bc648cd-7480-4cbb-8753-eb6c2a95b5dd.emf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385c0734-f9a9-4897-8825-51eefdd9d857.emf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58c2c032-4f9d-4207-9e95-bbef4156f263.emf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5b01dedc-7bd2-492d-9b9d-a8cc15f1ebf6.emf" Type="http://schemas.openxmlformats.org/officeDocument/2006/relationships/image"/>
</Relationships>

</file>

<file path=ppt/slides/_rels/slide9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Na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KDR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A-type K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T-type Ca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Bezaire PC A-type K distal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Bezaire PC HCN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Calcium-dependent channels (cai vs probability)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3302"/>
            <a:ext cx="10515600" cy="3675982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20 - Complete targeted channel set [PC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671" y="1825625"/>
            <a:ext cx="6996656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Figure 3 Caption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Supplementary Figure 3. Complete channel-kinematics comparison for PC dend.
Composite comparison of model-derived CA1 channel kinetics for the selected compartment set. A. Lettered panels (A., B., C., ...) each correspond to one channel family and report gate steady-state variables (x_inf), complementary closing variables (1-x_inf), time constants (tau), and channel opening probability (P_open) across membrane voltage. Panel headers indicate the channel identity and which models are included (Canakci, BlueBrain, Bezaire, where available).
B. Calcium-dependent channels are summarized separately as calcium concentration versus opening probability (cai vs P_open), aligned to the same compartment set. Residual-based BlueBrain-versus-other similarity rankings for matched compartments are provided in the associated supplementary residual tables.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