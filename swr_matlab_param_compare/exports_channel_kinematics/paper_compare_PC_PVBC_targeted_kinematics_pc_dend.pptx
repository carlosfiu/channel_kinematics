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15" Target="slides/slide10.xml" Type="http://schemas.openxmlformats.org/officeDocument/2006/relationships/slide"/>
  <Relationship Id="rId16" Target="slides/slide11.xml" Type="http://schemas.openxmlformats.org/officeDocument/2006/relationships/slide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be413eab-7ac5-44f0-928e-191e1d23d6e0.emf" Type="http://schemas.openxmlformats.org/officeDocument/2006/relationships/image"/>
</Relationships>

</file>

<file path=ppt/slides/_rels/slide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16e8dd6a-848b-4bdf-ac7c-134cccb9be61.emf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5b805848-9c8a-4093-9180-516270568f53.emf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32912569-d173-44b1-b84f-04d15bed1be7.emf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4da0818e-a881-4663-a94a-2a637e9e04ee.emf" Type="http://schemas.openxmlformats.org/officeDocument/2006/relationships/image"/>
</Relationships>

</file>

<file path=ppt/slides/_rels/slide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26752c45-c449-48e3-9fc1-d993ea930b6c.emf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717d2673-de23-4927-a095-d299c3d819e6.emf" Type="http://schemas.openxmlformats.org/officeDocument/2006/relationships/image"/>
</Relationships>

</file>

<file path=ppt/slides/_rels/slide9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60d1a054-4134-443f-b5cc-5fb1987787e1.emf" Type="http://schemas.openxmlformats.org/officeDocument/2006/relationships/image"/>
</Relationships>

</file>

<file path=ppt/slides/_rels/slide10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3b6eac2c-bf50-480d-8167-475373256d34.emf" Type="http://schemas.openxmlformats.org/officeDocument/2006/relationships/image"/>
</Relationships>

</file>

<file path=ppt/slides/_rels/slide1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c6e6d3b-b442-4635-865d-aff826b7868e.emf" Type="http://schemas.openxmlformats.org/officeDocument/2006/relationships/image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similar channels [PC dend]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372" y="1825625"/>
            <a:ext cx="9045254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 20 - Complete targeted channel set (moderately different/different) [PC dend]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671" y="1825625"/>
            <a:ext cx="699665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Supplementary Figure 3 Caption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Supplementary Figure 3. Complete channel-kinematics comparison for PC dend ().
Composite comparison of model-derived CA1 channel kinetics for the selected compartment set, after aligning all voltage-dependent curves to a shared resting membrane potential of -70 mV. Lettered panels (A., B., C., ...) each correspond to one channel family and report channel opening probability (P_open) and gate time constants (tau) across membrane voltage. Panel headers indicate the channel identity and which models are included (Canakci, BlueBrain, Bezaire, where available). Calcium-dependent channels, when present, are summarized separately as intracellular calcium concentration versus opening probability (cai vs P_open). This figure emphasizes all included channels. Residual-based BlueBrain-versus-other similarity rankings for matched compartments are based on both opening-probability and tau residuals and are provided in the associated supplementary residual tables.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Calcium-dependent channels (cai vs probability) [PC dend]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63302"/>
            <a:ext cx="10515600" cy="3675982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PC Na [PC dend]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PC KDR [PC dend]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PC A-type K [PC dend]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BlueBrain PC T-type Ca [PC dend]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Traub PC high-threshold Ca [PC dend]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Bezaire PC A-type K distal [PC dend]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Moderately different or different channel comparison - Bezaire PC HCN [PC dend]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776" y="1825625"/>
            <a:ext cx="938044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