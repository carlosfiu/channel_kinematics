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>
        <p:scale>
          <a:sx n="125" d="100"/>
          <a:sy n="125" d="100"/>
        </p:scale>
        <p:origin x="-240" y="-9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8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77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Left Content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ight Content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Left Text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Left Content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ight Text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ight Content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705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41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0339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344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169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028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5455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able"/>
          <p:cNvSpPr>
            <a:spLocks noGrp="1"/>
          </p:cNvSpPr>
          <p:nvPr>
            <p:ph type="tbl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5135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"/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475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07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PC Na</a:t>
            </a:r>
          </a:p>
        </p:txBody>
      </p:sp>
      <p:pic>
        <p:nvPicPr>
          <p:cNvPr id="3" name="Content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2534" y="1825625"/>
            <a:ext cx="7326931" cy="4351338"/>
          </a:xfrm>
          <a:prstGeom prst="rect">
            <a:avLst/>
          </a:prstGeom>
        </p:spPr>
      </p:pic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PC KDR</a:t>
            </a:r>
          </a:p>
        </p:txBody>
      </p:sp>
      <p:pic>
        <p:nvPicPr>
          <p:cNvPr id="3" name="Content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2224" y="1825625"/>
            <a:ext cx="7007551" cy="4351338"/>
          </a:xfrm>
          <a:prstGeom prst="rect">
            <a:avLst/>
          </a:prstGeom>
        </p:spPr>
      </p:pic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PVBC Na</a:t>
            </a:r>
          </a:p>
        </p:txBody>
      </p:sp>
      <p:pic>
        <p:nvPicPr>
          <p:cNvPr id="3" name="Content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3597" y="1825625"/>
            <a:ext cx="7324804" cy="4351338"/>
          </a:xfrm>
          <a:prstGeom prst="rect">
            <a:avLst/>
          </a:prstGeom>
        </p:spPr>
      </p:pic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PVBC KDR</a:t>
            </a:r>
          </a:p>
        </p:txBody>
      </p:sp>
      <p:pic>
        <p:nvPicPr>
          <p:cNvPr id="3" name="Content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2224" y="1825625"/>
            <a:ext cx="7007551" cy="4351338"/>
          </a:xfrm>
          <a:prstGeom prst="rect">
            <a:avLst/>
          </a:prstGeom>
        </p:spPr>
      </p:pic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PC A-type K</a:t>
            </a:r>
          </a:p>
        </p:txBody>
      </p:sp>
      <p:pic>
        <p:nvPicPr>
          <p:cNvPr id="3" name="Content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2224" y="1825625"/>
            <a:ext cx="7007551" cy="4351338"/>
          </a:xfrm>
          <a:prstGeom prst="rect">
            <a:avLst/>
          </a:prstGeom>
        </p:spPr>
      </p:pic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PVBC A-type K</a:t>
            </a:r>
          </a:p>
        </p:txBody>
      </p:sp>
      <p:pic>
        <p:nvPicPr>
          <p:cNvPr id="3" name="Content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2224" y="1825625"/>
            <a:ext cx="7007551" cy="4351338"/>
          </a:xfrm>
          <a:prstGeom prst="rect">
            <a:avLst/>
          </a:prstGeom>
        </p:spPr>
      </p:pic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PC M-type K</a:t>
            </a:r>
          </a:p>
        </p:txBody>
      </p:sp>
      <p:pic>
        <p:nvPicPr>
          <p:cNvPr id="3" name="Content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2893" y="1825625"/>
            <a:ext cx="7026213" cy="4351338"/>
          </a:xfrm>
          <a:prstGeom prst="rect">
            <a:avLst/>
          </a:prstGeom>
        </p:spPr>
      </p:pic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PC T-type Ca</a:t>
            </a:r>
          </a:p>
        </p:txBody>
      </p:sp>
      <p:pic>
        <p:nvPicPr>
          <p:cNvPr id="3" name="Content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9717" y="1825625"/>
            <a:ext cx="7012564" cy="4351338"/>
          </a:xfrm>
          <a:prstGeom prst="rect">
            <a:avLst/>
          </a:prstGeom>
        </p:spPr>
      </p:pic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PVBC KDB</a:t>
            </a:r>
          </a:p>
        </p:txBody>
      </p:sp>
      <p:pic>
        <p:nvPicPr>
          <p:cNvPr id="3" name="Content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2893" y="1825625"/>
            <a:ext cx="7026213" cy="4351338"/>
          </a:xfrm>
          <a:prstGeom prst="rect">
            <a:avLst/>
          </a:prstGeom>
        </p:spPr>
      </p:pic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PVBC M-type K</a:t>
            </a:r>
          </a:p>
        </p:txBody>
      </p:sp>
      <p:pic>
        <p:nvPicPr>
          <p:cNvPr id="3" name="Content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2893" y="1825625"/>
            <a:ext cx="7026213" cy="4351338"/>
          </a:xfrm>
          <a:prstGeom prst="rect">
            <a:avLst/>
          </a:prstGeom>
        </p:spPr>
      </p:pic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PVBC HCN</a:t>
            </a:r>
          </a:p>
        </p:txBody>
      </p:sp>
      <p:pic>
        <p:nvPicPr>
          <p:cNvPr id="3" name="Content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2224" y="1825625"/>
            <a:ext cx="7007551" cy="4351338"/>
          </a:xfrm>
          <a:prstGeom prst="rect">
            <a:avLst/>
          </a:prstGeom>
        </p:spPr>
      </p:pic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PVBC T-type Ca</a:t>
            </a:r>
          </a:p>
        </p:txBody>
      </p:sp>
      <p:pic>
        <p:nvPicPr>
          <p:cNvPr id="3" name="Content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9717" y="1825625"/>
            <a:ext cx="7012564" cy="4351338"/>
          </a:xfrm>
          <a:prstGeom prst="rect">
            <a:avLst/>
          </a:prstGeom>
        </p:spPr>
      </p:pic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Calcium-dependent channels (cai sweeps only)</a:t>
            </a:r>
          </a:p>
        </p:txBody>
      </p:sp>
      <p:pic>
        <p:nvPicPr>
          <p:cNvPr id="3" name="Content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441101"/>
            <a:ext cx="10515600" cy="3120384"/>
          </a:xfrm>
          <a:prstGeom prst="rect">
            <a:avLst/>
          </a:prstGeom>
        </p:spPr>
      </p:pic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.potx" id="{4DAAD9BA-8E58-4898-BC8A-99302C4F06E1}" vid="{BA943B1D-2A1C-434D-B720-D47753C609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Words>105</Words>
  <Application>Microsoft Office PowerPoint</Application>
  <PresentationFormat>Widescreen</PresentationFormat>
  <Paragraphs>39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Channel Comparison - PC Na</vt:lpstr>
      <vt:lpstr>Channel Comparison - PC KDR</vt:lpstr>
      <vt:lpstr>Channel Comparison - PVBC Na</vt:lpstr>
      <vt:lpstr>Channel Comparison - PVBC KDR</vt:lpstr>
      <vt:lpstr>Channel Comparison - PC A-type K</vt:lpstr>
      <vt:lpstr>Channel Comparison - PVBC A-type K</vt:lpstr>
      <vt:lpstr>Channel Comparison - BlueBrain PC M-type K</vt:lpstr>
      <vt:lpstr>Channel Comparison - BlueBrain PC T-type Ca</vt:lpstr>
      <vt:lpstr>Channel Comparison - BlueBrain PVBC KDB</vt:lpstr>
      <vt:lpstr>Channel Comparison - BlueBrain PVBC M-type K</vt:lpstr>
      <vt:lpstr>Channel Comparison - BlueBrain PVBC HCN</vt:lpstr>
      <vt:lpstr>Channel Comparison - BlueBrain PVBC T-type Ca</vt:lpstr>
      <vt:lpstr>Calcium-dependent channels (cai sweeps only)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Carlos Otero</cp:lastModifiedBy>
  <cp:revision>10</cp:revision>
  <dcterms:created xsi:type="dcterms:W3CDTF">2014-10-29T15:36:00Z</dcterms:created>
  <dcterms:modified xsi:type="dcterms:W3CDTF">2026-03-02T20:50:49Z</dcterms:modified>
</cp:coreProperties>
</file>