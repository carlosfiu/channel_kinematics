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removePersonalInfoOnSave="1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10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 ?>
<Relationships xmlns="http://schemas.openxmlformats.org/package/2006/relationships">
  <Relationship Id="rId1" Target="slideMasters/slideMaster1.xml" Type="http://schemas.openxmlformats.org/officeDocument/2006/relationships/slideMaster"/>
  <Relationship Id="rId10" Target="slides/slide5.xml" Type="http://schemas.openxmlformats.org/officeDocument/2006/relationships/slide"/>
  <Relationship Id="rId11" Target="slides/slide6.xml" Type="http://schemas.openxmlformats.org/officeDocument/2006/relationships/slide"/>
  <Relationship Id="rId12" Target="slides/slide7.xml" Type="http://schemas.openxmlformats.org/officeDocument/2006/relationships/slide"/>
  <Relationship Id="rId13" Target="slides/slide8.xml" Type="http://schemas.openxmlformats.org/officeDocument/2006/relationships/slide"/>
  <Relationship Id="rId14" Target="slides/slide9.xml" Type="http://schemas.openxmlformats.org/officeDocument/2006/relationships/slide"/>
  <Relationship Id="rId15" Target="slides/slide10.xml" Type="http://schemas.openxmlformats.org/officeDocument/2006/relationships/slide"/>
  <Relationship Id="rId16" Target="slides/slide11.xml" Type="http://schemas.openxmlformats.org/officeDocument/2006/relationships/slide"/>
  <Relationship Id="rId17" Target="slides/slide12.xml" Type="http://schemas.openxmlformats.org/officeDocument/2006/relationships/slide"/>
  <Relationship Id="rId18" Target="slides/slide13.xml" Type="http://schemas.openxmlformats.org/officeDocument/2006/relationships/slide"/>
  <Relationship Id="rId19" Target="slides/slide14.xml" Type="http://schemas.openxmlformats.org/officeDocument/2006/relationships/slide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<Relationship Id="rId6" Target="slides/slide1.xml" Type="http://schemas.openxmlformats.org/officeDocument/2006/relationships/slide"/>
  <Relationship Id="rId7" Target="slides/slide2.xml" Type="http://schemas.openxmlformats.org/officeDocument/2006/relationships/slide"/>
  <Relationship Id="rId8" Target="slides/slide3.xml" Type="http://schemas.openxmlformats.org/officeDocument/2006/relationships/slide"/>
  <Relationship Id="rId9" Target="slides/slide4.xml" Type="http://schemas.openxmlformats.org/officeDocument/2006/relationships/slide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7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Left Content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Content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Left Text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Left Content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Text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ight Content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05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41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03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34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16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028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545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able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135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"/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75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07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b20e4212-e5d7-4459-af08-d54dda4b9ae0.png" Type="http://schemas.openxmlformats.org/officeDocument/2006/relationships/image"/>
</Relationships>

</file>

<file path=ppt/slides/_rels/slide2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40d2b426-4ecf-45aa-bb8d-3cd4d991323d.png" Type="http://schemas.openxmlformats.org/officeDocument/2006/relationships/image"/>
</Relationships>

</file>

<file path=ppt/slides/_rels/slide3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6e55801f-b8c3-4d26-b661-0838ef6b98bd.png" Type="http://schemas.openxmlformats.org/officeDocument/2006/relationships/image"/>
</Relationships>

</file>

<file path=ppt/slides/_rels/slide4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c9e97156-d8b9-4407-b0ac-26f8df85e23a.png" Type="http://schemas.openxmlformats.org/officeDocument/2006/relationships/image"/>
</Relationships>

</file>

<file path=ppt/slides/_rels/slide5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52d6ee92-6bda-42cf-a379-458b8e69c2a5.png" Type="http://schemas.openxmlformats.org/officeDocument/2006/relationships/image"/>
</Relationships>

</file>

<file path=ppt/slides/_rels/slide6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3e04bbac-8864-42d1-a257-12dfcd6e2989.png" Type="http://schemas.openxmlformats.org/officeDocument/2006/relationships/image"/>
</Relationships>

</file>

<file path=ppt/slides/_rels/slide7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1dd8b343-0f3a-468d-93d6-c99429aa8484.png" Type="http://schemas.openxmlformats.org/officeDocument/2006/relationships/image"/>
</Relationships>

</file>

<file path=ppt/slides/_rels/slide8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3fe6f8be-c2a8-4da6-ba13-aded76c4346b.png" Type="http://schemas.openxmlformats.org/officeDocument/2006/relationships/image"/>
</Relationships>

</file>

<file path=ppt/slides/_rels/slide9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3248d0e8-d4e4-4356-a65b-50f5c5c47188.png" Type="http://schemas.openxmlformats.org/officeDocument/2006/relationships/image"/>
</Relationships>

</file>

<file path=ppt/slides/_rels/slide10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9e3e5ad5-2d18-4d5f-b56b-edc8f1e37411.png" Type="http://schemas.openxmlformats.org/officeDocument/2006/relationships/image"/>
</Relationships>

</file>

<file path=ppt/slides/_rels/slide11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e7656ade-3934-4c2a-9385-4b28dfca00b3.png" Type="http://schemas.openxmlformats.org/officeDocument/2006/relationships/image"/>
</Relationships>

</file>

<file path=ppt/slides/_rels/slide12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8f2e5477-faf0-45a6-aef7-87efaf313aa6.png" Type="http://schemas.openxmlformats.org/officeDocument/2006/relationships/image"/>
</Relationships>

</file>

<file path=ppt/slides/_rels/slide13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4c2cd3c4-6f9b-40bf-bbca-6dac61867f84.png" Type="http://schemas.openxmlformats.org/officeDocument/2006/relationships/image"/>
</Relationships>

</file>

<file path=ppt/slides/_rels/slide14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c92673d5-aab7-415d-a478-6c0600690349.png" Type="http://schemas.openxmlformats.org/officeDocument/2006/relationships/image"/>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Na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5828" y="1825625"/>
            <a:ext cx="7460342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KDR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3272" y="1825625"/>
            <a:ext cx="7145455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PVBC Na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4244" y="1825625"/>
            <a:ext cx="7463511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PVBC KDR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3272" y="1825625"/>
            <a:ext cx="7145455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A-type K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874" y="1825625"/>
            <a:ext cx="7140250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PVBC A-type K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874" y="1825625"/>
            <a:ext cx="7140250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PC M-type K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3757" y="1825625"/>
            <a:ext cx="7164484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PC T-type Ca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874" y="1825625"/>
            <a:ext cx="7140250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KDB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3757" y="1825625"/>
            <a:ext cx="7164484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M-type K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3757" y="1825625"/>
            <a:ext cx="7164484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HCN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874" y="1825625"/>
            <a:ext cx="7140250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T-type Ca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874" y="1825625"/>
            <a:ext cx="7140250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Calcium-dependent channels (cai sweeps only)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59959"/>
            <a:ext cx="10515600" cy="4282669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18 - Complete targeted channel set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4068" y="1825625"/>
            <a:ext cx="8183862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.potx" id="{4DAAD9BA-8E58-4898-BC8A-99302C4F06E1}" vid="{BA943B1D-2A1C-434D-B720-D47753C609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9</cp:revision>
  <dcterms:created xsi:type="dcterms:W3CDTF">2014-10-29T15:36:00Z</dcterms:created>
  <dcterms:modified xsi:type="dcterms:W3CDTF">2019-03-21T19:04:45Z</dcterms:modified>
</cp:coreProperties>
</file>