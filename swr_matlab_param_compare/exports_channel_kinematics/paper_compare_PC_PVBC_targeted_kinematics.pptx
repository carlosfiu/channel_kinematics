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2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PC Na</a:t>
            </a:r>
          </a:p>
        </p:txBody>
      </p:sp>
      <p:pic>
        <p:nvPicPr>
          <p:cNvPr id="3" name="Content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534" y="1825625"/>
            <a:ext cx="7326931" cy="4351338"/>
          </a:xfrm>
          <a:prstGeom prst="rect">
            <a:avLst/>
          </a:prstGeom>
        </p:spPr>
      </p:pic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PC KDR</a:t>
            </a:r>
          </a:p>
        </p:txBody>
      </p:sp>
      <p:pic>
        <p:nvPicPr>
          <p:cNvPr id="3" name="Content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224" y="1825625"/>
            <a:ext cx="7007551" cy="4351338"/>
          </a:xfrm>
          <a:prstGeom prst="rect">
            <a:avLst/>
          </a:prstGeom>
        </p:spPr>
      </p:pic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PVBC Na</a:t>
            </a:r>
          </a:p>
        </p:txBody>
      </p:sp>
      <p:pic>
        <p:nvPicPr>
          <p:cNvPr id="3" name="Content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597" y="1825625"/>
            <a:ext cx="7324804" cy="4351338"/>
          </a:xfrm>
          <a:prstGeom prst="rect">
            <a:avLst/>
          </a:prstGeom>
        </p:spPr>
      </p:pic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PVBC KDR</a:t>
            </a:r>
          </a:p>
        </p:txBody>
      </p:sp>
      <p:pic>
        <p:nvPicPr>
          <p:cNvPr id="3" name="Content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224" y="1825625"/>
            <a:ext cx="7007551" cy="4351338"/>
          </a:xfrm>
          <a:prstGeom prst="rect">
            <a:avLst/>
          </a:prstGeom>
        </p:spPr>
      </p:pic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PC A-type K</a:t>
            </a:r>
          </a:p>
        </p:txBody>
      </p:sp>
      <p:pic>
        <p:nvPicPr>
          <p:cNvPr id="3" name="Content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224" y="1825625"/>
            <a:ext cx="7007551" cy="4351338"/>
          </a:xfrm>
          <a:prstGeom prst="rect">
            <a:avLst/>
          </a:prstGeom>
        </p:spPr>
      </p:pic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PVBC A-type K</a:t>
            </a:r>
          </a:p>
        </p:txBody>
      </p:sp>
      <p:pic>
        <p:nvPicPr>
          <p:cNvPr id="3" name="Content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224" y="1825625"/>
            <a:ext cx="7007551" cy="4351338"/>
          </a:xfrm>
          <a:prstGeom prst="rect">
            <a:avLst/>
          </a:prstGeom>
        </p:spPr>
      </p:pic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BlueBrain PC M-type K</a:t>
            </a:r>
          </a:p>
        </p:txBody>
      </p:sp>
      <p:pic>
        <p:nvPicPr>
          <p:cNvPr id="3" name="Content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893" y="1825625"/>
            <a:ext cx="7026213" cy="4351338"/>
          </a:xfrm>
          <a:prstGeom prst="rect">
            <a:avLst/>
          </a:prstGeom>
        </p:spPr>
      </p:pic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BlueBrain PC T-type Ca</a:t>
            </a:r>
          </a:p>
        </p:txBody>
      </p:sp>
      <p:pic>
        <p:nvPicPr>
          <p:cNvPr id="3" name="Content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717" y="1825625"/>
            <a:ext cx="7012564" cy="4351338"/>
          </a:xfrm>
          <a:prstGeom prst="rect">
            <a:avLst/>
          </a:prstGeom>
        </p:spPr>
      </p:pic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BlueBrain PVBC KDB</a:t>
            </a:r>
          </a:p>
        </p:txBody>
      </p:sp>
      <p:pic>
        <p:nvPicPr>
          <p:cNvPr id="3" name="Content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893" y="1825625"/>
            <a:ext cx="7026213" cy="4351338"/>
          </a:xfrm>
          <a:prstGeom prst="rect">
            <a:avLst/>
          </a:prstGeom>
        </p:spPr>
      </p:pic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BlueBrain PVBC M-type K</a:t>
            </a:r>
          </a:p>
        </p:txBody>
      </p:sp>
      <p:pic>
        <p:nvPicPr>
          <p:cNvPr id="3" name="Content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893" y="1825625"/>
            <a:ext cx="7026213" cy="4351338"/>
          </a:xfrm>
          <a:prstGeom prst="rect">
            <a:avLst/>
          </a:prstGeom>
        </p:spPr>
      </p:pic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BlueBrain PVBC HCN</a:t>
            </a:r>
          </a:p>
        </p:txBody>
      </p:sp>
      <p:pic>
        <p:nvPicPr>
          <p:cNvPr id="3" name="Content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224" y="1825625"/>
            <a:ext cx="7007551" cy="4351338"/>
          </a:xfrm>
          <a:prstGeom prst="rect">
            <a:avLst/>
          </a:prstGeom>
        </p:spPr>
      </p:pic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Comparison - BlueBrain PVBC T-type Ca</a:t>
            </a:r>
          </a:p>
        </p:txBody>
      </p:sp>
      <p:pic>
        <p:nvPicPr>
          <p:cNvPr id="3" name="Content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717" y="1825625"/>
            <a:ext cx="7012564" cy="4351338"/>
          </a:xfrm>
          <a:prstGeom prst="rect">
            <a:avLst/>
          </a:prstGeom>
        </p:spPr>
      </p:pic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Calcium-dependent channels (cai sweeps only)</a:t>
            </a:r>
          </a:p>
        </p:txBody>
      </p:sp>
      <p:pic>
        <p:nvPicPr>
          <p:cNvPr id="3" name="Content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493"/>
          <a:stretch>
            <a:fillRect/>
          </a:stretch>
        </p:blipFill>
        <p:spPr>
          <a:xfrm>
            <a:off x="2039631" y="2190973"/>
            <a:ext cx="6993657" cy="3120384"/>
          </a:xfrm>
          <a:prstGeom prst="rect">
            <a:avLst/>
          </a:prstGeom>
        </p:spPr>
      </p:pic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105</Words>
  <Application>Microsoft Office PowerPoint</Application>
  <PresentationFormat>Widescreen</PresentationFormat>
  <Paragraphs>39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Channel Comparison - PC Na</vt:lpstr>
      <vt:lpstr>Channel Comparison - PC KDR</vt:lpstr>
      <vt:lpstr>Channel Comparison - PVBC Na</vt:lpstr>
      <vt:lpstr>Channel Comparison - PVBC KDR</vt:lpstr>
      <vt:lpstr>Channel Comparison - PC A-type K</vt:lpstr>
      <vt:lpstr>Channel Comparison - PVBC A-type K</vt:lpstr>
      <vt:lpstr>Channel Comparison - BlueBrain PC M-type K</vt:lpstr>
      <vt:lpstr>Channel Comparison - BlueBrain PC T-type Ca</vt:lpstr>
      <vt:lpstr>Channel Comparison - BlueBrain PVBC KDB</vt:lpstr>
      <vt:lpstr>Channel Comparison - BlueBrain PVBC M-type K</vt:lpstr>
      <vt:lpstr>Channel Comparison - BlueBrain PVBC HCN</vt:lpstr>
      <vt:lpstr>Channel Comparison - BlueBrain PVBC T-type Ca</vt:lpstr>
      <vt:lpstr>Calcium-dependent channels (cai sweeps only)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2026-03-02T22:14:49Z</dcterms:modified>
</cp:coreProperties>
</file>