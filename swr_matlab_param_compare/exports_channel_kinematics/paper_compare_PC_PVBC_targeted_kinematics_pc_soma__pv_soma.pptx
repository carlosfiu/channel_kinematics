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removePersonalInfoOnSave="1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10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 ?>
<Relationships xmlns="http://schemas.openxmlformats.org/package/2006/relationships">
  <Relationship Id="rId1" Target="slideMasters/slideMaster1.xml" Type="http://schemas.openxmlformats.org/officeDocument/2006/relationships/slideMaster"/>
  <Relationship Id="rId10" Target="slides/slide5.xml" Type="http://schemas.openxmlformats.org/officeDocument/2006/relationships/slide"/>
  <Relationship Id="rId11" Target="slides/slide6.xml" Type="http://schemas.openxmlformats.org/officeDocument/2006/relationships/slide"/>
  <Relationship Id="rId12" Target="slides/slide7.xml" Type="http://schemas.openxmlformats.org/officeDocument/2006/relationships/slide"/>
  <Relationship Id="rId13" Target="slides/slide8.xml" Type="http://schemas.openxmlformats.org/officeDocument/2006/relationships/slide"/>
  <Relationship Id="rId14" Target="slides/slide9.xml" Type="http://schemas.openxmlformats.org/officeDocument/2006/relationships/slide"/>
  <Relationship Id="rId15" Target="slides/slide10.xml" Type="http://schemas.openxmlformats.org/officeDocument/2006/relationships/slide"/>
  <Relationship Id="rId16" Target="slides/slide11.xml" Type="http://schemas.openxmlformats.org/officeDocument/2006/relationships/slide"/>
  <Relationship Id="rId17" Target="slides/slide12.xml" Type="http://schemas.openxmlformats.org/officeDocument/2006/relationships/slide"/>
  <Relationship Id="rId18" Target="slides/slide13.xml" Type="http://schemas.openxmlformats.org/officeDocument/2006/relationships/slide"/>
  <Relationship Id="rId19" Target="slides/slide14.xml" Type="http://schemas.openxmlformats.org/officeDocument/2006/relationships/slide"/>
  <Relationship Id="rId2" Target="presProps.xml" Type="http://schemas.openxmlformats.org/officeDocument/2006/relationships/presProps"/>
  <Relationship Id="rId20" Target="slides/slide15.xml" Type="http://schemas.openxmlformats.org/officeDocument/2006/relationships/slide"/>
  <Relationship Id="rId21" Target="slides/slide16.xml" Type="http://schemas.openxmlformats.org/officeDocument/2006/relationships/slide"/>
  <Relationship Id="rId22" Target="slides/slide17.xml" Type="http://schemas.openxmlformats.org/officeDocument/2006/relationships/slide"/>
  <Relationship Id="rId23" Target="slides/slide18.xml" Type="http://schemas.openxmlformats.org/officeDocument/2006/relationships/slide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<Relationship Id="rId6" Target="slides/slide1.xml" Type="http://schemas.openxmlformats.org/officeDocument/2006/relationships/slide"/>
  <Relationship Id="rId7" Target="slides/slide2.xml" Type="http://schemas.openxmlformats.org/officeDocument/2006/relationships/slide"/>
  <Relationship Id="rId8" Target="slides/slide3.xml" Type="http://schemas.openxmlformats.org/officeDocument/2006/relationships/slide"/>
  <Relationship Id="rId9" Target="slides/slide4.xml" Type="http://schemas.openxmlformats.org/officeDocument/2006/relationships/slide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773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Left Content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Left Text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eft Content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ight Text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ight Content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05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41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33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44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69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2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45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able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13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7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0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e2ce1570-9aab-43c6-94dd-6120717a08cf.emf" Type="http://schemas.openxmlformats.org/officeDocument/2006/relationships/image"/>
</Relationships>

</file>

<file path=ppt/slides/_rels/slide2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f3860483-b79a-4732-8dd2-cfa92cffd14a.emf" Type="http://schemas.openxmlformats.org/officeDocument/2006/relationships/image"/>
</Relationships>

</file>

<file path=ppt/slides/_rels/slide3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4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4cf3f6a8-755b-4ff7-870d-1b4dfe95cf04.emf" Type="http://schemas.openxmlformats.org/officeDocument/2006/relationships/image"/>
</Relationships>

</file>

<file path=ppt/slides/_rels/slide5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5de24798-de69-4889-850d-7850553d6047.emf" Type="http://schemas.openxmlformats.org/officeDocument/2006/relationships/image"/>
</Relationships>

</file>

<file path=ppt/slides/_rels/slide6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99d83826-60c1-4d8b-af55-b66a16f944af.emf" Type="http://schemas.openxmlformats.org/officeDocument/2006/relationships/image"/>
</Relationships>

</file>

<file path=ppt/slides/_rels/slide7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a135df43-7999-4541-aac7-193214f52b8e.emf" Type="http://schemas.openxmlformats.org/officeDocument/2006/relationships/image"/>
</Relationships>

</file>

<file path=ppt/slides/_rels/slide8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03aca681-6738-43c3-9c87-690e2a093314.emf" Type="http://schemas.openxmlformats.org/officeDocument/2006/relationships/image"/>
</Relationships>

</file>

<file path=ppt/slides/_rels/slide9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345f583f-2760-48db-b36e-34217952fefa.emf" Type="http://schemas.openxmlformats.org/officeDocument/2006/relationships/image"/>
</Relationships>

</file>

<file path=ppt/slides/_rels/slide10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76acb118-a1b5-41d3-92ee-909d057823e2.emf" Type="http://schemas.openxmlformats.org/officeDocument/2006/relationships/image"/>
</Relationships>

</file>

<file path=ppt/slides/_rels/slide11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7cd00d3c-9bda-4cbe-bff5-93fbae291ee0.emf" Type="http://schemas.openxmlformats.org/officeDocument/2006/relationships/image"/>
</Relationships>

</file>

<file path=ppt/slides/_rels/slide12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a407f5e-91d8-476d-a233-691658d38f98.emf" Type="http://schemas.openxmlformats.org/officeDocument/2006/relationships/image"/>
</Relationships>

</file>

<file path=ppt/slides/_rels/slide13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f566e5d-5ed2-456a-80b2-6d5a13af81b5.emf" Type="http://schemas.openxmlformats.org/officeDocument/2006/relationships/image"/>
</Relationships>

</file>

<file path=ppt/slides/_rels/slide14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e3cd3689-7e80-4be2-add8-7a6214ad5cb0.emf" Type="http://schemas.openxmlformats.org/officeDocument/2006/relationships/image"/>
</Relationships>

</file>

<file path=ppt/slides/_rels/slide15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096a1893-a9b6-402f-afe2-fa13514c9f0a.emf" Type="http://schemas.openxmlformats.org/officeDocument/2006/relationships/image"/>
</Relationships>

</file>

<file path=ppt/slides/_rels/slide16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948f849f-62b7-4b0f-a8a2-0734d376fd0f.emf" Type="http://schemas.openxmlformats.org/officeDocument/2006/relationships/image"/>
</Relationships>

</file>

<file path=ppt/slides/_rels/slide17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7a408cbf-30c5-4c9e-a532-c7d5e4958f42.emf" Type="http://schemas.openxmlformats.org/officeDocument/2006/relationships/image"/>
</Relationships>

</file>

<file path=ppt/slides/_rels/slide18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30f6d31-30c0-4018-928e-9708d7c678f3.emf" Type="http://schemas.openxmlformats.org/officeDocument/2006/relationships/image"/>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 similar channels [PC soma | PVBC soma]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372" y="1825625"/>
            <a:ext cx="9045254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18 - Complete targeted channel set (moderately different/different) [PC soma | PVBC soma]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671" y="1825625"/>
            <a:ext cx="699665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Supplementary Figure 1 Caption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Supplementary Figure 1. Complete channel-kinematics comparison for PC soma | PVBC soma ().
Composite comparison of model-derived CA1 channel kinetics for the selected compartment set, after aligning all voltage-dependent curves to a shared resting membrane potential of -70 mV. Lettered panels (A., B., C., ...) each correspond to one channel family and report channel opening probability (P_open) and gate time constants (tau) across membrane voltage. Panel headers indicate the channel identity and which models are included (Canakci, BlueBrain, Bezaire, where available). Calcium-dependent channels, when present, are summarized separately as intracellular calcium concentration versus opening probability (cai vs P_open). This figure emphasizes all included channels. Residual-based BlueBrain-versus-other similarity rankings for matched compartments are based on both opening-probability and tau residuals and are provided in the associated supplementary residual tables.</a:t>
            </a:r>
          </a:p>
        </p:txBody>
      </p:sp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Calcium-dependent channels (cai vs probability) [PC soma | PVBC soma]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63302"/>
            <a:ext cx="10515600" cy="3675982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Moderately different or different channel comparison - PC Na [PC soma | PVBC soma]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776" y="1825625"/>
            <a:ext cx="938044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Moderately different or different channel comparison - PC KDR [PC soma | PVBC soma]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776" y="1825625"/>
            <a:ext cx="938044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Moderately different or different channel comparison - PVBC Na [PC soma | PVBC soma]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776" y="1825625"/>
            <a:ext cx="938044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Moderately different or different channel comparison - PVBC KDR [PC soma | PVBC soma]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776" y="1825625"/>
            <a:ext cx="938044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Moderately different or different channel comparison - PC A-type K [PC soma | PVBC soma]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776" y="1825625"/>
            <a:ext cx="938044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Moderately different or different channel comparison - PVBC A-type K [PC soma | PVBC soma]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776" y="1825625"/>
            <a:ext cx="938044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Moderately different or different channel comparison - BlueBrain PC M-type K [PC soma | PVBC soma]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776" y="1825625"/>
            <a:ext cx="938044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Moderately different or different channel comparison - BlueBrain PC T-type Ca [PC soma | PVBC soma]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776" y="1825625"/>
            <a:ext cx="938044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Moderately different or different channel comparison - Traub PC high-threshold Ca [PC soma | PVBC soma]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776" y="1825625"/>
            <a:ext cx="938044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Moderately different or different channel comparison - BlueBrain PVBC KDB [PC soma | PVBC soma]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776" y="1825625"/>
            <a:ext cx="938044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Moderately different or different channel comparison - BlueBrain PVBC M-type K [PC soma | PVBC soma]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776" y="1825625"/>
            <a:ext cx="938044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Moderately different or different channel comparison - BlueBrain PVBC HCN [PC soma | PVBC soma]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776" y="1825625"/>
            <a:ext cx="938044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Moderately different or different channel comparison - BlueBrain PVBC T-type Ca [PC soma | PVBC soma]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776" y="1825625"/>
            <a:ext cx="938044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Moderately different or different channel comparison - Traub INT high-threshold Ca [PC soma | PVBC soma]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776" y="1825625"/>
            <a:ext cx="938044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.potx" id="{4DAAD9BA-8E58-4898-BC8A-99302C4F06E1}" vid="{BA943B1D-2A1C-434D-B720-D47753C609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9</cp:revision>
  <dcterms:created xsi:type="dcterms:W3CDTF">2014-10-29T15:36:00Z</dcterms:created>
  <dcterms:modified xsi:type="dcterms:W3CDTF">2019-03-21T19:04:45Z</dcterms:modified>
</cp:coreProperties>
</file>