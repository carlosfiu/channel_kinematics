
<file path=[Content_Types].xml><?xml version="1.0" encoding="utf-8"?>
<Types xmlns="http://schemas.openxmlformats.org/package/2006/content-types">
  <Default ContentType="image/x-emf" Extension="emf"/>
  <Default ContentType="image/jpeg" Extension="jpeg"/>
  <Default ContentType="application/vnd.openxmlformats-package.relationships+xml" Extension="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removePersonalInfoOnSave="1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10" y="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 ?>
<Relationships xmlns="http://schemas.openxmlformats.org/package/2006/relationships">
  <Relationship Id="rId1" Target="slideMasters/slideMaster1.xml" Type="http://schemas.openxmlformats.org/officeDocument/2006/relationships/slideMaster"/>
  <Relationship Id="rId10" Target="slides/slide5.xml" Type="http://schemas.openxmlformats.org/officeDocument/2006/relationships/slide"/>
  <Relationship Id="rId11" Target="slides/slide6.xml" Type="http://schemas.openxmlformats.org/officeDocument/2006/relationships/slide"/>
  <Relationship Id="rId12" Target="slides/slide7.xml" Type="http://schemas.openxmlformats.org/officeDocument/2006/relationships/slide"/>
  <Relationship Id="rId13" Target="slides/slide8.xml" Type="http://schemas.openxmlformats.org/officeDocument/2006/relationships/slide"/>
  <Relationship Id="rId14" Target="slides/slide9.xml" Type="http://schemas.openxmlformats.org/officeDocument/2006/relationships/slide"/>
  <Relationship Id="rId15" Target="slides/slide10.xml" Type="http://schemas.openxmlformats.org/officeDocument/2006/relationships/slide"/>
  <Relationship Id="rId16" Target="slides/slide11.xml" Type="http://schemas.openxmlformats.org/officeDocument/2006/relationships/slide"/>
  <Relationship Id="rId17" Target="slides/slide12.xml" Type="http://schemas.openxmlformats.org/officeDocument/2006/relationships/slide"/>
  <Relationship Id="rId18" Target="slides/slide13.xml" Type="http://schemas.openxmlformats.org/officeDocument/2006/relationships/slide"/>
  <Relationship Id="rId19" Target="slides/slide14.xml" Type="http://schemas.openxmlformats.org/officeDocument/2006/relationships/slide"/>
  <Relationship Id="rId2" Target="presProps.xml" Type="http://schemas.openxmlformats.org/officeDocument/2006/relationships/presProps"/>
  <Relationship Id="rId20" Target="slides/slide15.xml" Type="http://schemas.openxmlformats.org/officeDocument/2006/relationships/slide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<Relationship Id="rId6" Target="slides/slide1.xml" Type="http://schemas.openxmlformats.org/officeDocument/2006/relationships/slide"/>
  <Relationship Id="rId7" Target="slides/slide2.xml" Type="http://schemas.openxmlformats.org/officeDocument/2006/relationships/slide"/>
  <Relationship Id="rId8" Target="slides/slide3.xml" Type="http://schemas.openxmlformats.org/officeDocument/2006/relationships/slide"/>
  <Relationship Id="rId9" Target="slides/slide4.xml" Type="http://schemas.openxmlformats.org/officeDocument/2006/relationships/slide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98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77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Left Content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ight Content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5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Left Text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Left Content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Text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ight Content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8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705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3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0339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34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6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6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028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545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able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25135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4" name="Foot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Picture"/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475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07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71becac1-bad4-43b6-ac77-3687ab2c6ecf.emf" Type="http://schemas.openxmlformats.org/officeDocument/2006/relationships/image"/>
</Relationships>

</file>

<file path=ppt/slides/_rels/slide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fa75759e-da37-4402-ae52-ff70954b7591.emf" Type="http://schemas.openxmlformats.org/officeDocument/2006/relationships/image"/>
</Relationships>

</file>

<file path=ppt/slides/_rels/slide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c27b50bb-fd71-4707-9633-f27f3d28c49c.emf" Type="http://schemas.openxmlformats.org/officeDocument/2006/relationships/image"/>
</Relationships>

</file>

<file path=ppt/slides/_rels/slide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5e439258-065f-42f7-a372-947b7552cb92.emf" Type="http://schemas.openxmlformats.org/officeDocument/2006/relationships/image"/>
</Relationships>

</file>

<file path=ppt/slides/_rels/slide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79dddcbb-845b-41a6-9614-17ae7f4b9053.emf" Type="http://schemas.openxmlformats.org/officeDocument/2006/relationships/image"/>
</Relationships>

</file>

<file path=ppt/slides/_rels/slide6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82f1407-9907-4dad-a5ed-548b72bf1a8e.emf" Type="http://schemas.openxmlformats.org/officeDocument/2006/relationships/image"/>
</Relationships>

</file>

<file path=ppt/slides/_rels/slide7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72d67d1e-f36e-48ed-9930-d6d2b77c4485.emf" Type="http://schemas.openxmlformats.org/officeDocument/2006/relationships/image"/>
</Relationships>

</file>

<file path=ppt/slides/_rels/slide8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f6061d97-b0c8-404b-9b92-1409f29fee57.emf" Type="http://schemas.openxmlformats.org/officeDocument/2006/relationships/image"/>
</Relationships>

</file>

<file path=ppt/slides/_rels/slide9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12f8e10-e492-4ce9-8a42-3382efcbc34e.emf" Type="http://schemas.openxmlformats.org/officeDocument/2006/relationships/image"/>
</Relationships>

</file>

<file path=ppt/slides/_rels/slide10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ea11d86a-d238-45ea-b247-b2b19ddd4bf5.emf" Type="http://schemas.openxmlformats.org/officeDocument/2006/relationships/image"/>
</Relationships>

</file>

<file path=ppt/slides/_rels/slide11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51dea844-9334-407c-90c0-3fdb83f8053c.emf" Type="http://schemas.openxmlformats.org/officeDocument/2006/relationships/image"/>
</Relationships>

</file>

<file path=ppt/slides/_rels/slide12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037dd5a-d919-4522-b25f-d1f906dc1a6b.emf" Type="http://schemas.openxmlformats.org/officeDocument/2006/relationships/image"/>
</Relationships>

</file>

<file path=ppt/slides/_rels/slide13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217cf43e-c2c2-43fe-8631-3c9bfe15f4b1.emf" Type="http://schemas.openxmlformats.org/officeDocument/2006/relationships/image"/>
</Relationships>

</file>

<file path=ppt/slides/_rels/slide14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099f2f84-75db-4f54-bb60-a253fe4f4902.emf" Type="http://schemas.openxmlformats.org/officeDocument/2006/relationships/image"/>
</Relationships>

</file>

<file path=ppt/slides/_rels/slide15.xml.rels><?xml version="1.0" encoding="UTF-8" standalone="yes" ?>
<Relationships xmlns="http://schemas.openxmlformats.org/package/2006/relationships">
  <Relationship Id="rId1" Target="../slideLayouts/slideLayout2.xml" Type="http://schemas.openxmlformats.org/officeDocument/2006/relationships/slideLayout"/>
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Na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KDR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Na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KDR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PC A-type K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PVBC A-type K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PC M-type K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PC T-type Ca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KDB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M-type K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HCN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Channel Comparison - BlueBrain PVBC T-type Ca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596" y="1825625"/>
            <a:ext cx="7446807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Calcium-dependent channels (cai vs probability)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63302"/>
            <a:ext cx="10515600" cy="3675982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18 - Complete targeted channel set [PC soma | PVBC soma]</a:t>
            </a:r>
          </a:p>
        </p:txBody>
      </p:sp>
      <p:pic>
        <p:nvPicPr>
          <p:cNvPr id="3" name="Content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7671" y="1825625"/>
            <a:ext cx="6996656" cy="4351338"/>
          </a:xfrm>
          <a:prstGeom prst="rect"/>
        </p:spPr>
      </p:pic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Supplementary Figure 1 Caption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Supplementary Figure 1. Complete channel-kinematics comparison for PC soma | PVBC soma.
Composite comparison of model-derived CA1 channel kinetics for the selected compartment set. A. Lettered panels (A., B., C., ...) each correspond to one channel family and report gate steady-state variables (x_inf), complementary closing variables (1-x_inf), time constants (tau), and channel opening probability (P_open) across membrane voltage. Panel headers indicate the channel identity and which models are included (Canakci, BlueBrain, Bezaire, where available).
B. Calcium-dependent channels are summarized separately as calcium concentration versus opening probability (cai vs P_open), aligned to the same compartment set. Residual-based BlueBrain-versus-other similarity rankings for matched compartments are provided in the associated supplementary residual tables.</a:t>
            </a:r>
          </a:p>
        </p:txBody>
      </p:sp>
      <p:sp>
        <p:nvSpPr>
          <p:cNvPr id="4" name="Date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5C2C3F0B-2B7F-4782-B315-33E516447C25}" type="datetimeFigureOut">
              <a:rPr lang="en-US" smtClean="0"/>
              <a:t>3/21/2019</a:t>
            </a:fld>
            <a:endParaRPr lang="en-US"/>
          </a:p>
        </p:txBody>
      </p:sp>
      <p:sp>
        <p:nvSpPr>
          <p:cNvPr id="5" name="Footer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6FACB95C-998B-4B89-BDB5-3B69D78FC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21533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.potx" id="{4DAAD9BA-8E58-4898-BC8A-99302C4F06E1}" vid="{BA943B1D-2A1C-434D-B720-D47753C609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/>
  <cp:revision>9</cp:revision>
  <dcterms:created xsi:type="dcterms:W3CDTF">2014-10-29T15:36:00Z</dcterms:created>
  <dcterms:modified xsi:type="dcterms:W3CDTF">2019-03-21T19:04:45Z</dcterms:modified>
</cp:coreProperties>
</file>