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764cb6f-e273-4f67-aac4-8294ca1dcfbb.emf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dac50f1-c370-47bb-8d46-794baab5acdc.emf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ac0b366-efac-4135-9bae-037b21ef4ad8.emf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2a9ace5-cf6b-4626-8cb9-17231df8c19c.emf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6524938-e009-42e1-a273-36ec6cf285c5.emf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b47a0a5-be41-4b65-af2a-88d4ad3a99ec.emf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79050c6-27b2-4450-80b5-0ea322148699.emf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88f8e9e-e355-4038-9a09-13603bd37d45.emf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42d42fe-eb21-4f97-a80c-5e9225495bf2.emf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3ac571f-8a5a-401e-bfba-288864e362e9.emf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similar channels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72" y="1825625"/>
            <a:ext cx="904525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19 - Complete targeted channel set (moderately different/different)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71" y="1825625"/>
            <a:ext cx="699665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2 Caption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Supplementary Figure 2. Complete channel-kinematics comparison for PC apic ().
Composite comparison of model-derived CA1 channel kinetics for the selected compartment set, after aligning all voltage-dependent curves to a shared resting membrane potential of -70 mV. Lettered panels (A., B., C., ...) each correspond to one channel family and report channel opening probability (P_open) and gate time constants (tau) across membrane voltage. Panel headers indicate the channel identity and which models are included (Canakci, BlueBrain, Bezaire, where available). Calcium-dependent channels, when present, are summarized separately as intracellular calcium concentration versus opening probability (cai vs P_open). This figure emphasizes all included channels. Residual-based BlueBrain-versus-other similarity rankings for matched compartments are based on both opening-probability and tau residuals and are provided in the associated supplementary residual tables.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vs probability)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3302"/>
            <a:ext cx="10515600" cy="3675982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Na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KDR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A-type K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PC T-type Ca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Traub PC high-threshold Ca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Bezaire PC A-type K distal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Bezaire PC HCN [PC apic]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